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基于文档: docs/integration-guide.md
生成时间: 2026-02-24
下次重新生成时直接根据该信息从 integration-guide.md 重新生成
更新: 2026-02-24 添加 multi-module-druid 多模块 Druid 项目验证
小字体样式 - 仅应用于带 small 类的页面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2026-02-24T14:20:36Z</dcterms:created>
  <dcterms:modified xsi:type="dcterms:W3CDTF">2026-02-24T14:20:36Z</dcterms:modified>
</cp:coreProperties>
</file>