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</p:sldIdLst>
  <p:notesMasterIdLst>
    <p:notesMasterId r:id="rId5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notesMaster" Target="notesMasters/notesMaster1.xml"/><Relationship Id="rId58" Type="http://schemas.openxmlformats.org/officeDocument/2006/relationships/presProps" Target="presProps.xml"/><Relationship Id="rId59" Type="http://schemas.openxmlformats.org/officeDocument/2006/relationships/viewProps" Target="viewProps.xml"/><Relationship Id="rId60" Type="http://schemas.openxmlformats.org/officeDocument/2006/relationships/theme" Target="theme/theme1.xml"/><Relationship Id="rId6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基于文档: docs/integration-guide.md
生成时间: 2026-02-24
下次重新生成时直接根据该信息从 integration-guide.md 重新生成
更新: 2026-02-24 添加 multi-module-druid 多模块 Druid 项目验证
更新: 2026-02-24 添加 multi-module-druid-props (properties外置) 项目验证
小字体样式 - 仅应用于带 small 类的页面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55</Slides>
  <Notes>55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5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Database Password Manager</dc:title>
  <dc:subject>PptxGenJS Presentation</dc:subject>
  <dc:creator>Created by Marp</dc:creator>
  <cp:lastModifiedBy>Created by Marp</cp:lastModifiedBy>
  <cp:revision>1</cp:revision>
  <dcterms:created xsi:type="dcterms:W3CDTF">2026-02-26T07:08:57Z</dcterms:created>
  <dcterms:modified xsi:type="dcterms:W3CDTF">2026-02-26T07:08:57Z</dcterms:modified>
</cp:coreProperties>
</file>