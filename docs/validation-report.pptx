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基于文档: docs/integration-guide.md
生成时间: 2026-02-24
下次重新生成时直接根据该信息从 integration-guide.md 重新生成
更新: 2026-02-24 添加 multi-module-druid 多模块 Druid 项目验证
更新: 2026-02-24 添加 multi-module-druid-props (properties外置) 项目验证
小字体样式 - 仅应用于带 small 类的页面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Database Password Manager</dc:title>
  <dc:subject>PptxGenJS Presentation</dc:subject>
  <dc:creator>Created by Marp</dc:creator>
  <cp:lastModifiedBy>Created by Marp</cp:lastModifiedBy>
  <cp:revision>1</cp:revision>
  <dcterms:created xsi:type="dcterms:W3CDTF">2026-02-24T15:30:38Z</dcterms:created>
  <dcterms:modified xsi:type="dcterms:W3CDTF">2026-02-24T15:30:38Z</dcterms:modified>
</cp:coreProperties>
</file>